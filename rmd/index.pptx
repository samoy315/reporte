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document.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 You can embed an R code chunk like this: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Including 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also embed plots, for example:</a:t>
            </a:r>
          </a:p>
        </p:txBody>
      </p:sp>
      <p:pic>
        <p:nvPicPr>
          <p:cNvPr descr="index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Note that the </a:t>
            </a:r>
            <a:r>
              <a:rPr>
                <a:latin typeface="Courier"/>
              </a:rPr>
              <a:t>echo = FALSE</a:t>
            </a:r>
            <a:r>
              <a:rPr/>
              <a:t> parameter was added to the code chunk to prevent printing of the R code that generated the plot.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2026-06-30T04:22:45Z</dcterms:created>
  <dcterms:modified xsi:type="dcterms:W3CDTF">2026-06-30T04:22:45Z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2026-06-30</vt:lpwstr>
  </property>
  <property fmtid="{D5CDD505-2E9C-101B-9397-08002B2CF9AE}" pid="3" name="output">
    <vt:lpwstr>powerpoint_presentation</vt:lpwstr>
  </property>
</Properties>
</file>